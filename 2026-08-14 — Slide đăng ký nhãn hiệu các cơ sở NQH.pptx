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ĐĂNG KÝ BẢO HỘ NHÃN HIỆU CÁC CƠ SỞ NQH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Đề xuất quyết định | Ngày 14/08/2026</a:t>
            </a:r>
          </a:p>
          <a:p>
            <a:r>
              <a:t>Người trình bày: Nguyễn Hoàng Ngọc Thy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Mục tiêu &amp; bối cảnh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Bảo vệ tài sản thương hiệu trước khi mở rộng chuỗi.</a:t>
            </a:r>
          </a:p>
          <a:p>
            <a:pPr>
              <a:defRPr sz="2000"/>
            </a:pPr>
            <a:r>
              <a:t>NQH có 8 thương hiệu/cơ sở; nhiều thương hiệu có kế hoạch chuỗi hóa 2026.</a:t>
            </a:r>
          </a:p>
          <a:p>
            <a:pPr>
              <a:defRPr sz="2000"/>
            </a:pPr>
            <a:r>
              <a:t>Rủi ro: bị đối thủ/cá nhân đăng ký nhãn hiệu trước.</a:t>
            </a:r>
          </a:p>
          <a:p>
            <a:pPr>
              <a:defRPr sz="2000"/>
            </a:pPr>
            <a:r>
              <a:t>Tư vấn luật sư: một số tên dính yếu tố mô tả hoặc tương tự nhãn hiệu đã bảo hộ.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Lưu ý quan trọng — Thương hiệu Nhật Quang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Nhãn hiệu 'Nhật Quang' đã có bên khác đăng ký bảo hộ tại Việt Nam.</a:t>
            </a:r>
          </a:p>
          <a:p>
            <a:pPr>
              <a:defRPr sz="2000"/>
            </a:pPr>
            <a:r>
              <a:t>NQH (Holding) và NQDL không thể đăng ký/bảo hộ tên này.</a:t>
            </a:r>
          </a:p>
          <a:p>
            <a:pPr>
              <a:defRPr sz="2000"/>
            </a:pPr>
            <a:r>
              <a:t>Các cơ sở chỉ tập trung bảo hộ thương hiệu con.</a:t>
            </a:r>
          </a:p>
          <a:p>
            <a:pPr>
              <a:defRPr sz="2000"/>
            </a:pPr>
            <a:r>
              <a:t>Cần kiểm tra: logo/khẩu hiệu thương hiệu con không xâm phạm nhãn hiệu đã được bảo hộ.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3. Phương án cho từng thương hiệu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Thương hiệu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Phương án đề xuất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Lý do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Airdream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Research (2 triệu), nếu clear thì đăng ký chữ + logo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Có khả năng đăng ký, cần kiểm tra trùng/gần giống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Buôn Kơ Lang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Research (2 triệu), nếu clear thì đăng ký chữ + logo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Cần kiểm tra yếu tố địa danh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Pizza Gập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Đăng ký quyền tác giả logo + brainstorm tên thay thế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Tên gần 'Gấp' đã bảo hộ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Một Bữa Thơm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Đăng ký quyền tác giả logo + tên thương mại phụ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Tên mang yếu tố mô tả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Mâm Cơm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Đăng ký quyền tác giả logo + tên thương mại phụ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Tên mang yếu tố mô tả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The Kupid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Tạm hoãn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Chưa định hướng chuỗi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4. Dự toán chi phí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25730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Hạng mục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Số lượng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Đơn giá (VND)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Thành tiền (VND)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Đăng ký nhãn hiệu (đã gồm nộp, theo dõi, báo cáo)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 thương hiệu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1.360.000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6.800.000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Research chuyên sâu tại Cục SHTT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 thương hiệu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2.000.000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4.000.000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Tổng dự toán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10.800.000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5. Timeline đề xuất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Ngày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Việc làm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15/08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Nhận báo giá chi tiết từ luật sư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Thy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18/08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Ký hợp đồng + research Airdream, Buôn Kơ Lang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Thy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18/08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Thu thập logo AI/EPS/PNG 3 thương hiệu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Anh Bảo + GM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20/08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Gửi đăng ký quyền tác giả logo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Thy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25/08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Brainstorm tên thay thế + báo cáo tiến độ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Thy + Anh Bảo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27/08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Hoàn tất kế hoạch truyền thông / tái định vị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Thy + Marketing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Các điểm cần quyết định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Phê duyệt danh sách ưu tiên: Airdream, Buôn Kơ Lang research; Pizza Gập, Một Bữa Thơm, Mâm Cơm đăng ký logo; The Kupid tạm hoãn.</a:t>
            </a:r>
          </a:p>
          <a:p>
            <a:pPr>
              <a:defRPr sz="2000"/>
            </a:pPr>
            <a:r>
              <a:t>2. Phê duyệt dự toán: 10.800.000 VND (chưa gồm đổi tên / tái định vị).</a:t>
            </a:r>
          </a:p>
          <a:p>
            <a:pPr>
              <a:defRPr sz="2000"/>
            </a:pPr>
            <a:r>
              <a:t>3. Phương án tên mô tả/tương tự: chỉ đăng ký logo, hay brainstorm tên thay thế?</a:t>
            </a:r>
          </a:p>
          <a:p>
            <a:pPr>
              <a:defRPr sz="2000"/>
            </a:pPr>
            <a:r>
              <a:t>4. Phân công: Thy đầu mối luật sư; Anh Bảo phối hợp GM; Sếp Tài phê duyệt chi phí và đổi tên.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XIN CẢM ƠN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Sau buổi họp sẽ tổng hợp kết luận và gửi action items trong 30 phút.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